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Average"/>
      <p:regular r:id="rId32"/>
    </p:embeddedFont>
    <p:embeddedFont>
      <p:font typeface="Oswal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swald-regular.fntdata"/><Relationship Id="rId10" Type="http://schemas.openxmlformats.org/officeDocument/2006/relationships/slide" Target="slides/slide5.xml"/><Relationship Id="rId32" Type="http://schemas.openxmlformats.org/officeDocument/2006/relationships/font" Target="fonts/Averag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swa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2165ed44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2165ed44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375fe7c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375fe7c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2165ed44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2165ed44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2165ed44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2165ed44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2165ed44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2165ed44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2165ed44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2165ed44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2165ed44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2165ed44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2165ed44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2165ed44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2165ed44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2165ed44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2165ed44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2165ed44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2165ed44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2165ed44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2165ed44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2165ed44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2165ed44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2165ed44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2165ed44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2165ed44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2165ed44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d2165ed44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2165ed44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2165ed44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2165ed44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2165ed44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2165ed44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2165ed44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2165ed44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d2165ed44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2165ed44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2165ed44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2165ed44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2165ed44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2165ed44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2165ed44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2165ed44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d2165ed44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2165ed44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d2165ed44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2165ed44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2165ed44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Report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 Recognition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r>
              <a:rPr lang="en"/>
              <a:t>eg_obs: determines by how much the probability of missing the intended key on the keyboard decreases when the miss distance increases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r>
              <a:rPr lang="en"/>
              <a:t>eg_tran: determines by how much the probability of skipping 1 or more letters in the intended word decreases when the number of skipped letters increases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</a:t>
            </a:r>
            <a:r>
              <a:rPr lang="en"/>
              <a:t>_iter: probability that the author will repeat the letter just typed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</a:t>
            </a:r>
            <a:r>
              <a:rPr lang="en"/>
              <a:t>_mode: probability that the author will type the correct key for any letter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(cont.)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md: Manhattan Distance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RNT: RoadNotTaken.txt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Settings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Author Parameters:</a:t>
            </a:r>
            <a:endParaRPr sz="2000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deg_obs = [1.5, 2, 3]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deg_tran = [2, 3, 4]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p_iter = [0.1, 0.4, 0.7]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p_mode = [0.3, 0.6, 0.9]</a:t>
            </a:r>
            <a:endParaRPr/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Experiment Parameters:</a:t>
            </a:r>
            <a:endParaRPr sz="2000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Vocab. size = [94, 8, 1]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Words typed = [10, 30, 50]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% correct predictions in top 1, top 3, and top 5 most likely authors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RoadNotTaken.txt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Unique words: 94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Source: “The Road Not Taken” (Robert Frost)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75" y="0"/>
            <a:ext cx="833744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75" y="0"/>
            <a:ext cx="823784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QBF.txt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Unique words: 8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Source: “The quick brown fox jumps over the lazy dog.”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50" y="0"/>
            <a:ext cx="83268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75" y="0"/>
            <a:ext cx="823784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Jumps.txt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Unique words: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Source: “jumps”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13" y="0"/>
            <a:ext cx="82959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925" y="0"/>
            <a:ext cx="828214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Manhattan Distance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00" y="0"/>
            <a:ext cx="82851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 observed? </a:t>
            </a:r>
            <a:r>
              <a:rPr b="1" lang="en"/>
              <a:t>No</a:t>
            </a:r>
            <a:endParaRPr b="1"/>
          </a:p>
        </p:txBody>
      </p:sp>
      <p:pic>
        <p:nvPicPr>
          <p:cNvPr id="148" name="Google Shape;1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825" y="0"/>
            <a:ext cx="6746355" cy="423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 observed? </a:t>
            </a:r>
            <a:r>
              <a:rPr b="1" lang="en"/>
              <a:t>No</a:t>
            </a:r>
            <a:endParaRPr b="1"/>
          </a:p>
        </p:txBody>
      </p:sp>
      <p:pic>
        <p:nvPicPr>
          <p:cNvPr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250" y="0"/>
            <a:ext cx="6823512" cy="423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 observed? </a:t>
            </a:r>
            <a:r>
              <a:rPr b="1" lang="en"/>
              <a:t>No</a:t>
            </a:r>
            <a:endParaRPr b="1"/>
          </a:p>
        </p:txBody>
      </p:sp>
      <p:pic>
        <p:nvPicPr>
          <p:cNvPr id="160" name="Google Shape;16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238" y="0"/>
            <a:ext cx="6837523" cy="423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vast majority (88.89% when the vocabulary is RNT and there are 10 words typed) of most likely author parameters are within 1.13 Manhattan distance unit of the true author’s parameters.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author’s typing behavior–represented by deg_obs, deg_tran, p_iter, and p_mode–does NOT appear to affect accuracy recognition.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Vocabulary size and number of words the author types do NOT appear to affect accuracy recognition.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% Correct Predictions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 observed? </a:t>
            </a:r>
            <a:r>
              <a:rPr b="1" lang="en"/>
              <a:t>No</a:t>
            </a:r>
            <a:endParaRPr b="1"/>
          </a:p>
        </p:txBody>
      </p:sp>
      <p:pic>
        <p:nvPicPr>
          <p:cNvPr id="177" name="Google Shape;1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800" y="0"/>
            <a:ext cx="6764406" cy="423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 observed? </a:t>
            </a:r>
            <a:r>
              <a:rPr b="1" lang="en"/>
              <a:t>Yes</a:t>
            </a:r>
            <a:endParaRPr b="1"/>
          </a:p>
        </p:txBody>
      </p:sp>
      <p:pic>
        <p:nvPicPr>
          <p:cNvPr id="183" name="Google Shape;1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738" y="0"/>
            <a:ext cx="6782537" cy="42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% Increase in Correct Predictions Across Vocabularies</a:t>
            </a:r>
            <a:endParaRPr/>
          </a:p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311700" y="1152475"/>
            <a:ext cx="266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RoadNotTaken.txt</a:t>
            </a:r>
            <a:endParaRPr sz="1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1 - Top 3: 102.83%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3 - Top 5: 13.89%</a:t>
            </a:r>
            <a:endParaRPr/>
          </a:p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3237300" y="1152475"/>
            <a:ext cx="266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QBF.txt</a:t>
            </a:r>
            <a:endParaRPr sz="1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1 - Top 3: 119.16%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3 - Top 5: 22.76%</a:t>
            </a:r>
            <a:endParaRPr/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6162900" y="1152475"/>
            <a:ext cx="266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Jumps.txt</a:t>
            </a:r>
            <a:endParaRPr sz="1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1 - Top 3: 93.74%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3 - Top 5: 14.48%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% Increase in Correct Predictions Across Words Typed</a:t>
            </a:r>
            <a:endParaRPr/>
          </a:p>
        </p:txBody>
      </p:sp>
      <p:sp>
        <p:nvSpPr>
          <p:cNvPr id="197" name="Google Shape;197;p37"/>
          <p:cNvSpPr txBox="1"/>
          <p:nvPr>
            <p:ph idx="1" type="body"/>
          </p:nvPr>
        </p:nvSpPr>
        <p:spPr>
          <a:xfrm>
            <a:off x="311700" y="1152475"/>
            <a:ext cx="266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10 Words Typed</a:t>
            </a:r>
            <a:endParaRPr sz="1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1 - Top 3: 96.14%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3 - Top 5: 16.47%</a:t>
            </a:r>
            <a:endParaRPr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237300" y="1152475"/>
            <a:ext cx="266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30 Words Typed</a:t>
            </a:r>
            <a:endParaRPr sz="1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1 - Top 3: 117.37%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3 - Top 5: 18.16%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6162900" y="1152475"/>
            <a:ext cx="266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50 Words Typed</a:t>
            </a:r>
            <a:endParaRPr sz="16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1 - Top 3: 102.21%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3 - Top 5: 14.84%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the range of observation increases from the top 1 to top 3 most likely authors, the percent of correct predictions </a:t>
            </a:r>
            <a:r>
              <a:rPr lang="en"/>
              <a:t>consistently</a:t>
            </a:r>
            <a:r>
              <a:rPr lang="en"/>
              <a:t> doubles. When the range increases from the top 3 to top 5 most likely authors, the percent of correct predictions increases by only 10-20%.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Vocabulary size and number of words typed do NOT appear to affect the rate of increase significantly.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