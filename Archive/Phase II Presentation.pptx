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Source Code Pro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0b320f80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0b320f80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0b320f80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0b320f80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0b320f80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0b320f80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0b320f80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0b320f80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0b320f80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0b320f80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 Identity Recognition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II Experiment Results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Performed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“The Road Not Taken”</a:t>
            </a:r>
            <a:r>
              <a:rPr lang="en"/>
              <a:t>(</a:t>
            </a:r>
            <a:r>
              <a:rPr lang="en"/>
              <a:t>94 unique words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“The quick brown fox…”</a:t>
            </a:r>
            <a:r>
              <a:rPr lang="en"/>
              <a:t> (</a:t>
            </a:r>
            <a:r>
              <a:rPr lang="en"/>
              <a:t>8 unique words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</a:t>
            </a:r>
            <a:r>
              <a:rPr lang="en"/>
              <a:t>j</a:t>
            </a:r>
            <a:r>
              <a:rPr lang="en"/>
              <a:t>umps”</a:t>
            </a:r>
            <a:r>
              <a:rPr lang="en"/>
              <a:t> (</a:t>
            </a:r>
            <a:r>
              <a:rPr lang="en"/>
              <a:t>1 unique wor</a:t>
            </a:r>
            <a:r>
              <a:rPr lang="en"/>
              <a:t>d)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 Studio &amp; Jupyter Notebook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36050" y="16771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Graphs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Left-right, top-bottom: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“The Road Not Taken”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“The quick brown fox…”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“jumps” (C++)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“jumps” (Python)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59125" cy="2571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4872" y="0"/>
            <a:ext cx="4159128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4809" y="2571750"/>
            <a:ext cx="4159191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571763"/>
            <a:ext cx="4159125" cy="257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286400" cy="26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600" y="0"/>
            <a:ext cx="4286400" cy="265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493087"/>
            <a:ext cx="4286400" cy="265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7574" y="2493075"/>
            <a:ext cx="4286426" cy="26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Findings/Questions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does Jupyter Notebook give opposite results?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p_iter and p_mode seem to affect the results more than deg_kb and deg_sp only when using “jumps”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